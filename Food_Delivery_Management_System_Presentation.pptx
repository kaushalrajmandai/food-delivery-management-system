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914400"/>
            <a:ext cx="2926080" cy="2926080"/>
          </a:xfrm>
          <a:prstGeom prst="ellipse">
            <a:avLst/>
          </a:prstGeom>
          <a:solidFill>
            <a:srgbClr val="24306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2430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 •  MINI PROJECT 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Delivery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desktop application for managing restaurants, food items,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orders and billing.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8404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Rajmandai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41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Kunwar Bhosle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5641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order tracking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service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and spreadsheets make it hard to search a dish or check an order quickly.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290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of totals is error-prone, especially with many items.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tracking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4290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organised way to know which orders are active, modified, or cancelled.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1663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desktop app that organises the menu, customers and orders using the right data structure for each job, and calculates bills automatically.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Java-based food delivery management application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488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745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add / search / update / cancel operations for menu items and orders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291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Array, LinkedList, HashMap and TreeMap appropriately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566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291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user-friendly Swing-based graphical interface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9834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709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searching by ID and by name, and sorted menu display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EDE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9834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7091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accurate, itemised bills automatically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structure for the right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262640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FoodItem[]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fixed restaurant menu loaded at start-up.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92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known upfront — simple, fast indexed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262640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1031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103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LinkedList&lt;Order&gt;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520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customer orders, added and cancelled at runtime.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4892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insertion/removal as orders keep changing.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262640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1031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2103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HashMap&lt;Integer,FoodItem&gt;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520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food item instantly by its ID.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892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O(1) search — much faster than scanning.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182880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262640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031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98280" y="2103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TreeMap&lt;Integer,FoodItem&gt;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520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menu automatically sorted by ID.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892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keys sorted — no manual sort code needed.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layers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staff interacting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application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3774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GUI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MainFrame.java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/ Order / Billing tabs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3774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FoodDeliverySystem.java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order, bill methods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3774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8116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· LinkedList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· TreeMap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663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the user clicks a button in the Swing GUI → the GUI calls a method on FoodDeliverySystem → that method reads or updates the array, LinkedList, HashMap or TreeMap → the result (table, cart, or bill) is displayed back in the GUI.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EDED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 FoodItem  •  Customer  •  Order  •  FoodDeliverySystem  •  MainFrame  •  Main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food item; search by ID (HashMap) or name (array scan).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customer with name, phone and address.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order and add food items with quantities.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/ Cancel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item quantity, or mark an order CANCELLED.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Display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menu in insertion order or sorted by ID (TreeMap).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itemised bill with total for any order ID.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 of the four tabs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24306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4231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01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menu, toggle sorted view, search by ID / name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103120"/>
            <a:ext cx="457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24306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0540" y="24231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05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88620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customer, start an order, add items + quantity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103120"/>
            <a:ext cx="457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24306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0900" y="24231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009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88620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 orders; cancel one if needed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2103120"/>
            <a:ext cx="457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81160" y="21031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24306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1260" y="24231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812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88620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 order ID and generate the itemised bill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EDED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8745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fill in all required fields (name, phone, category, etc.)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CF6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input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743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NumberFormatException caught for ID, price and quantity fields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EDED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11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food ID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6118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before the item is added to the array / maps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CF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4805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price / qty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4805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a validation message before processing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EDED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ID lookup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53492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found" message instead of a crash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BEE3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Simple, tab-based Swing interface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search via HashMap lookup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sorted view via TreeMap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7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Automatic, accurate bill calculation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Centralised menu, customer &amp; order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F3C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kept in memory only (no file/DB)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user / single session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03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Desktop-only, no web or mobile UI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297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login or authentication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network connectivity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 (JDBC + MySQL) for permanent storage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920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 for restaurant staff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multi-device access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383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app for customers to order directly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data export (PDF / Excel)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7548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admin, staff, delivery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3840480" cy="3840480"/>
          </a:xfrm>
          <a:prstGeom prst="ellipse">
            <a:avLst/>
          </a:prstGeom>
          <a:solidFill>
            <a:srgbClr val="24306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working Java Swing application that applies Arrays, LinkedList, HashMap, TreeMap and Swing to a real-world food ordering and billing problem — turning classroom concepts into a functioning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8404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Rajmandai   •   Harsh Kumar   •   Kunwar Bhosle   •   Saksham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2026-09-16T19:56:46Z</dcterms:created>
  <dcterms:modified xsi:type="dcterms:W3CDTF">2026-09-16T19:56:46Z</dcterms:modified>
</cp:coreProperties>
</file>